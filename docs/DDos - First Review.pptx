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02-05 215945.png">
            <a:extLst>
              <a:ext uri="{FF2B5EF4-FFF2-40B4-BE49-F238E27FC236}">
                <a16:creationId xmlns:a16="http://schemas.microsoft.com/office/drawing/2014/main" id="{27A2807E-2D2F-BBD9-6411-F9B05F0D2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780" y="174002"/>
            <a:ext cx="7315200" cy="125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C111D9-B629-E8A0-A94B-923CFD40A204}"/>
              </a:ext>
            </a:extLst>
          </p:cNvPr>
          <p:cNvSpPr txBox="1"/>
          <p:nvPr/>
        </p:nvSpPr>
        <p:spPr>
          <a:xfrm>
            <a:off x="2908271" y="2481374"/>
            <a:ext cx="61033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dirty="0"/>
              <a:t>Department of Artificial Intelligence and Data Science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B99B65C-E378-0B31-9B8C-B6100E290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9003" y="1565345"/>
            <a:ext cx="8637072" cy="977621"/>
          </a:xfrm>
        </p:spPr>
        <p:txBody>
          <a:bodyPr/>
          <a:lstStyle/>
          <a:p>
            <a:r>
              <a:rPr lang="en-US" b="1" dirty="0"/>
              <a:t>End-to-End Machine Learning System for DDoS Attack Detection Using Random Forest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9EF5C-E38F-6C7B-5680-E5C9123E6655}"/>
              </a:ext>
            </a:extLst>
          </p:cNvPr>
          <p:cNvSpPr txBox="1"/>
          <p:nvPr/>
        </p:nvSpPr>
        <p:spPr>
          <a:xfrm>
            <a:off x="2329003" y="3071673"/>
            <a:ext cx="531467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Team Members:</a:t>
            </a:r>
          </a:p>
          <a:p>
            <a:endParaRPr lang="en-US" b="1" dirty="0"/>
          </a:p>
          <a:p>
            <a:r>
              <a:rPr lang="en-US" dirty="0"/>
              <a:t>Nandhakumar A.S</a:t>
            </a:r>
          </a:p>
          <a:p>
            <a:r>
              <a:rPr lang="en-US" dirty="0"/>
              <a:t>Kathir M</a:t>
            </a:r>
          </a:p>
          <a:p>
            <a:r>
              <a:rPr lang="en-US" dirty="0"/>
              <a:t>Michel A</a:t>
            </a:r>
          </a:p>
          <a:p>
            <a:r>
              <a:rPr lang="en-US" dirty="0"/>
              <a:t>Thirugnanam M</a:t>
            </a:r>
          </a:p>
          <a:p>
            <a:endParaRPr lang="en-US" dirty="0"/>
          </a:p>
          <a:p>
            <a:r>
              <a:rPr lang="en-US" sz="2400" b="1" u="sng" dirty="0"/>
              <a:t>Guide:</a:t>
            </a:r>
          </a:p>
          <a:p>
            <a:r>
              <a:rPr lang="en-US" sz="2400" dirty="0"/>
              <a:t>Mrs. V. Shyamala</a:t>
            </a:r>
          </a:p>
        </p:txBody>
      </p:sp>
    </p:spTree>
    <p:extLst>
      <p:ext uri="{BB962C8B-B14F-4D97-AF65-F5344CB8AC3E}">
        <p14:creationId xmlns:p14="http://schemas.microsoft.com/office/powerpoint/2010/main" val="17739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9BB7-39CC-14ED-01DA-AD13138E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6" y="822274"/>
            <a:ext cx="9603275" cy="1049235"/>
          </a:xfrm>
        </p:spPr>
        <p:txBody>
          <a:bodyPr/>
          <a:lstStyle/>
          <a:p>
            <a:r>
              <a:rPr lang="en-US" b="1" u="sng" dirty="0"/>
              <a:t>Motivation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8A397C-92E8-F1DA-E1F5-3A03D77B7A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7292" y="1806921"/>
            <a:ext cx="10463185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DDoS attacks can stop websites and online services.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security systems cannot detect new attacks properly.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helps identify attack patterns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improves network security using smart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in blocking attackers faster and reducing damage.</a:t>
            </a:r>
          </a:p>
        </p:txBody>
      </p:sp>
    </p:spTree>
    <p:extLst>
      <p:ext uri="{BB962C8B-B14F-4D97-AF65-F5344CB8AC3E}">
        <p14:creationId xmlns:p14="http://schemas.microsoft.com/office/powerpoint/2010/main" val="3989521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9B50-67D6-867D-28C8-0CD4C27B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Objective / Abstract: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BFE0-3494-9E99-B036-4245F3D94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2289938"/>
          </a:xfrm>
        </p:spPr>
        <p:txBody>
          <a:bodyPr/>
          <a:lstStyle/>
          <a:p>
            <a:r>
              <a:rPr lang="en-US" dirty="0"/>
              <a:t> Detect DDoS attacks accurately</a:t>
            </a:r>
          </a:p>
          <a:p>
            <a:r>
              <a:rPr lang="en-US" dirty="0"/>
              <a:t> Use machine learning for detection</a:t>
            </a:r>
          </a:p>
          <a:p>
            <a:r>
              <a:rPr lang="en-US" dirty="0"/>
              <a:t> Classify normal and attack traffic</a:t>
            </a:r>
          </a:p>
          <a:p>
            <a:r>
              <a:rPr lang="en-US" dirty="0"/>
              <a:t> Reduce server downtime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8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F04E-CAC8-354F-54A2-6F3AAC51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Domain 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2167C-1EAE-FE00-8323-FA2CE0C1D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Security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DDoS Attack Detection</a:t>
            </a:r>
          </a:p>
          <a:p>
            <a:r>
              <a:rPr lang="en-US" dirty="0"/>
              <a:t>Intrusion Detection Systems (IDS)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3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0254-1ADC-28F3-89A5-87B257BD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Literature Survey: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1C9D-3A38-156F-A309-BEB6F6C9F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Sawah et al. (2025) - "Distributed denial of service (DDoS) classification based on machine learning"</a:t>
            </a:r>
          </a:p>
          <a:p>
            <a:r>
              <a:rPr lang="en-US" dirty="0"/>
              <a:t>IJRITCC Authors (2024)  - "Utilizing Random Forest for DDoS Attack Detection"</a:t>
            </a:r>
          </a:p>
          <a:p>
            <a:r>
              <a:rPr lang="en-US" dirty="0"/>
              <a:t>ISI Journal Authors (2024) -  "Machine Learning Models for DDoS Detection in Software-Defined Networks"</a:t>
            </a:r>
          </a:p>
          <a:p>
            <a:r>
              <a:rPr lang="en-US" dirty="0"/>
              <a:t>ScienceDirect Authors (2024) - "Survey and classification of DoS and DDoS attack detection methods using Machine Learning"</a:t>
            </a:r>
          </a:p>
          <a:p>
            <a:r>
              <a:rPr lang="en-US" dirty="0"/>
              <a:t>ACM DL Authors (2018) - "A Survey of Random Forest Based Methods for Intrusion Detection Systems"</a:t>
            </a:r>
          </a:p>
          <a:p>
            <a:r>
              <a:rPr lang="en-US" dirty="0"/>
              <a:t>Ezekiel &amp; Taylor (2023)  - "A Hybrid Model for APA-DDoS Attacks Using Random Forest with RNN"</a:t>
            </a:r>
          </a:p>
          <a:p>
            <a:r>
              <a:rPr lang="en-US" dirty="0"/>
              <a:t>Ma et al. (2023) - "Real-Time Detection of DDoS Attacks Based on Random Forest"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85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2C7E9-87B9-78B8-9B3E-FA1E252F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Issues / 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8B947-67DF-632E-ED36-B7C36BDA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DDoS attacks overload servers with malicious traffic, making services unavailable to genuine users.</a:t>
            </a:r>
          </a:p>
          <a:p>
            <a:r>
              <a:rPr lang="en-US" dirty="0"/>
              <a:t>Existing rule-based security systems cannot detect new or evolving attack patterns.</a:t>
            </a:r>
          </a:p>
          <a:p>
            <a:r>
              <a:rPr lang="en-US" dirty="0"/>
              <a:t>High false detection rates may block legitimate users.</a:t>
            </a:r>
          </a:p>
          <a:p>
            <a:r>
              <a:rPr lang="en-US" dirty="0"/>
              <a:t>Manual monitoring and response are slow and inefficient.</a:t>
            </a:r>
          </a:p>
          <a:p>
            <a:r>
              <a:rPr lang="en-US" dirty="0"/>
              <a:t>Current systems lack automatic and intelligent IP-level blocking.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51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0747-F731-533D-8686-DBDAE429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Existing System &amp; Disadvantages: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AE0F2-0472-674B-A5D4-C0A723314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612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Existing System:</a:t>
            </a:r>
          </a:p>
          <a:p>
            <a:pPr marL="0" indent="0">
              <a:buNone/>
            </a:pPr>
            <a:endParaRPr lang="en-US" b="1" u="sng" dirty="0"/>
          </a:p>
          <a:p>
            <a:endParaRPr lang="en-US" dirty="0"/>
          </a:p>
          <a:p>
            <a:pPr marL="0" indent="0">
              <a:buNone/>
            </a:pPr>
            <a:endParaRPr lang="en-US" b="1" u="sng" dirty="0"/>
          </a:p>
          <a:p>
            <a:pPr marL="0" indent="0">
              <a:lnSpc>
                <a:spcPct val="20000"/>
              </a:lnSpc>
              <a:buNone/>
            </a:pPr>
            <a:r>
              <a:rPr lang="en-US" b="1" u="sng" dirty="0"/>
              <a:t>Disadvantages:</a:t>
            </a:r>
          </a:p>
          <a:p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8A7CE1-86DB-0943-5847-D5A45BD64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909" y="2366738"/>
            <a:ext cx="89441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DDoS detection systems rely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rule-based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signature-based IDS/IPS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threshold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systems use predefined rules and known attack signatures to identify malicious traffic.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8E6DACA-E5B2-D4CD-84C0-071E6795F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909" y="4055041"/>
            <a:ext cx="886427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Unable to detect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or unknown (zero-day) DDoS attacks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false positive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may block legitimate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response leads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 mitigation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14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0484-A6E0-6AC8-466B-16C5483B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855605"/>
          </a:xfrm>
        </p:spPr>
        <p:txBody>
          <a:bodyPr/>
          <a:lstStyle/>
          <a:p>
            <a:r>
              <a:rPr lang="en-US" b="1" u="sng" dirty="0"/>
              <a:t>Proposed Work: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D1B4A7-65D7-BC31-9F74-01BD5CB7D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5046" y="2185954"/>
            <a:ext cx="9853082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learning–based DDoS detection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developed using network traffic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traffic is preprocessed and important features are extracted.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trained to classify traffic as normal or DDoS.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detects attacks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automatically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blocks malicious IP addresses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521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8EE5-9398-0B96-5824-87CFB6B7A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System Architecture: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31783F-341F-57AE-C287-23DBA7032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902" y="2016125"/>
            <a:ext cx="8531440" cy="366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0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2DB4-91AD-84C8-A6A3-4ABF36A1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Methodology: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66623-9EA1-F53E-9198-95B804AC7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Collect network traffic data</a:t>
            </a:r>
          </a:p>
          <a:p>
            <a:r>
              <a:rPr lang="en-US" dirty="0"/>
              <a:t> Preprocess the data</a:t>
            </a:r>
          </a:p>
          <a:p>
            <a:r>
              <a:rPr lang="en-US" dirty="0"/>
              <a:t> Train ML model</a:t>
            </a:r>
          </a:p>
          <a:p>
            <a:r>
              <a:rPr lang="en-US" dirty="0"/>
              <a:t> Test with live traffic</a:t>
            </a:r>
          </a:p>
          <a:p>
            <a:r>
              <a:rPr lang="en-US" dirty="0"/>
              <a:t> Generate alerts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6EC3-2F35-6495-797C-53C50C633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List of Modules: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CF1C-ECD5-1AB7-E391-0E7C595F3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 </a:t>
            </a:r>
            <a:r>
              <a:rPr lang="en-US" sz="2800" dirty="0"/>
              <a:t>Traffic Collection Module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Preprocessing Module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Detection Module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IP Blocking Module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Alert &amp; Logging Module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62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95F5-DF17-6E79-2645-DA56BED6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Module Description: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D2DDE-226B-086A-61BC-FF121C545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 Traffic Collection: Captures data</a:t>
            </a:r>
          </a:p>
          <a:p>
            <a:r>
              <a:rPr lang="en-US" sz="2400" dirty="0"/>
              <a:t> Preprocessing: Cleans data</a:t>
            </a:r>
          </a:p>
          <a:p>
            <a:r>
              <a:rPr lang="en-US" sz="2400" dirty="0"/>
              <a:t> Detection: Identifies attacks</a:t>
            </a:r>
          </a:p>
          <a:p>
            <a:r>
              <a:rPr lang="en-US" sz="2400" dirty="0"/>
              <a:t> IP Blocking: Blocks attackers</a:t>
            </a:r>
          </a:p>
          <a:p>
            <a:r>
              <a:rPr lang="en-US" sz="2400" dirty="0"/>
              <a:t> Logging: Stores attack details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70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740F-AF75-1362-A1F9-76A02E84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Software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B5C1-8845-5E3D-FF1B-75F95C0D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 Python</a:t>
            </a:r>
          </a:p>
          <a:p>
            <a:r>
              <a:rPr lang="en-US" sz="2800" dirty="0"/>
              <a:t> Scikit-learn</a:t>
            </a:r>
          </a:p>
          <a:p>
            <a:r>
              <a:rPr lang="en-US" sz="2800" dirty="0"/>
              <a:t> Wireshark</a:t>
            </a:r>
          </a:p>
          <a:p>
            <a:r>
              <a:rPr lang="en-US" sz="2800" dirty="0"/>
              <a:t> Operating System: Windows / Linux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091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E609-2EB7-251B-36F6-AC5E4E55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Hardware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FF785-D9E9-E6FA-53DD-F93A228B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Processor: Intel i5 or above</a:t>
            </a:r>
          </a:p>
          <a:p>
            <a:r>
              <a:rPr lang="en-US" dirty="0"/>
              <a:t> RAM: 8 GB</a:t>
            </a:r>
          </a:p>
          <a:p>
            <a:r>
              <a:rPr lang="en-US" dirty="0"/>
              <a:t> Hard Disk: 256 GB</a:t>
            </a:r>
          </a:p>
          <a:p>
            <a:r>
              <a:rPr lang="en-US" dirty="0"/>
              <a:t> GPU: RTX 3050 (optional)</a:t>
            </a:r>
          </a:p>
          <a:p>
            <a:r>
              <a:rPr lang="en-US" dirty="0"/>
              <a:t> Network Interface Card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12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DC40-42EE-00BE-A679-DA55B073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Gantt Chart: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59C26E-F607-7624-6BDC-64D7D1A05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5934" y="2016125"/>
            <a:ext cx="517445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59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A05C-A97E-87C7-2492-76E510407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0755A-6353-B965-CF3F-127453D9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Sawah et al. (2025). "DDoS classification based on machine learning."  Scientific Reports, Nature.</a:t>
            </a:r>
          </a:p>
          <a:p>
            <a:r>
              <a:rPr lang="en-US" dirty="0"/>
              <a:t> Aggarwal et al. (2025). "Optimizing DDoS Attack Detection Using Machine Learning." IEEE.</a:t>
            </a:r>
          </a:p>
          <a:p>
            <a:r>
              <a:rPr lang="en-US" dirty="0"/>
              <a:t>Fauzia Talpur. “ML-Based Detection of DDoS Attacks Using Evolutionary Algorithms Optimization”.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1788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{322D933F-A1D4-4C42-A65B-2C8265D4B3ED}TFc986dd65-aaf0-4d5c-bef9-9c391ee05f7b738e0fce-4a319d133af4</Template>
  <TotalTime>89</TotalTime>
  <Words>636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PowerPoint Presentation</vt:lpstr>
      <vt:lpstr>Motivation :</vt:lpstr>
      <vt:lpstr>Objective / Abstract:</vt:lpstr>
      <vt:lpstr>Domain Introduction:</vt:lpstr>
      <vt:lpstr>Literature Survey:</vt:lpstr>
      <vt:lpstr>Issues / Problem Statement:</vt:lpstr>
      <vt:lpstr>Existing System &amp; Disadvantages:</vt:lpstr>
      <vt:lpstr>Proposed Work:</vt:lpstr>
      <vt:lpstr>System Architecture:</vt:lpstr>
      <vt:lpstr>Methodology:</vt:lpstr>
      <vt:lpstr>List of Modules:</vt:lpstr>
      <vt:lpstr>Module Description:</vt:lpstr>
      <vt:lpstr>Software Requirements:</vt:lpstr>
      <vt:lpstr>Hardware Requirements:</vt:lpstr>
      <vt:lpstr>Gantt Chart: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Vetri Vel</dc:creator>
  <cp:lastModifiedBy>Vetri Vel</cp:lastModifiedBy>
  <cp:revision>2</cp:revision>
  <dcterms:created xsi:type="dcterms:W3CDTF">2026-02-06T04:16:32Z</dcterms:created>
  <dcterms:modified xsi:type="dcterms:W3CDTF">2026-02-06T06:04:28Z</dcterms:modified>
</cp:coreProperties>
</file>